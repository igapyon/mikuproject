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8" r:id="rId2"/>
    <p:sldId id="257" r:id="rId3"/>
  </p:sldIdLst>
  <p:sldSz cx="12193588" cy="60944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42"/>
    <p:restoredTop sz="94643"/>
  </p:normalViewPr>
  <p:slideViewPr>
    <p:cSldViewPr snapToGrid="0">
      <p:cViewPr varScale="1">
        <p:scale>
          <a:sx n="114" d="100"/>
          <a:sy n="114" d="100"/>
        </p:scale>
        <p:origin x="14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35322-EB9C-4947-815B-864C51DCC349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1143000"/>
            <a:ext cx="6172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C2E336-B311-4947-89B3-858C49D965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0281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F4E7-D740-5DBD-262C-C54B364D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995A328-E8FF-A8E6-922A-B74EFE28DF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FEF6D9C-7DC4-C96A-4E66-ED56A19C8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5248F1-682B-198D-DDED-7D171ABB2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C2E336-B311-4947-89B3-858C49D9652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03829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3D1C1BEA-D810-1EE1-5371-118F457D6DC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"/>
            <a:ext cx="12188826" cy="609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24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3074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958" y="1519372"/>
            <a:ext cx="10516970" cy="2535106"/>
          </a:xfrm>
        </p:spPr>
        <p:txBody>
          <a:bodyPr anchor="b"/>
          <a:lstStyle>
            <a:lvl1pPr>
              <a:defRPr sz="533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958" y="4078461"/>
            <a:ext cx="10516970" cy="1333152"/>
          </a:xfrm>
        </p:spPr>
        <p:txBody>
          <a:bodyPr/>
          <a:lstStyle>
            <a:lvl1pPr marL="0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1pPr>
            <a:lvl2pPr marL="406314" indent="0">
              <a:buNone/>
              <a:defRPr sz="1777">
                <a:solidFill>
                  <a:schemeClr val="tx1">
                    <a:tint val="82000"/>
                  </a:schemeClr>
                </a:solidFill>
              </a:defRPr>
            </a:lvl2pPr>
            <a:lvl3pPr marL="81262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3pPr>
            <a:lvl4pPr marL="1218941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4pPr>
            <a:lvl5pPr marL="1625255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5pPr>
            <a:lvl6pPr marL="2031568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6pPr>
            <a:lvl7pPr marL="2437882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7pPr>
            <a:lvl8pPr marL="2844195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8pPr>
            <a:lvl9pPr marL="3250509" indent="0">
              <a:buNone/>
              <a:defRPr sz="142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7651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309" y="1622355"/>
            <a:ext cx="5182275" cy="386684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004" y="1622355"/>
            <a:ext cx="5182275" cy="386684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109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324472"/>
            <a:ext cx="10516970" cy="1177971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898" y="1493978"/>
            <a:ext cx="5158459" cy="732176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14" indent="0">
              <a:buNone/>
              <a:defRPr sz="1777" b="1"/>
            </a:lvl2pPr>
            <a:lvl3pPr marL="812627" indent="0">
              <a:buNone/>
              <a:defRPr sz="1600" b="1"/>
            </a:lvl3pPr>
            <a:lvl4pPr marL="1218941" indent="0">
              <a:buNone/>
              <a:defRPr sz="1422" b="1"/>
            </a:lvl4pPr>
            <a:lvl5pPr marL="1625255" indent="0">
              <a:buNone/>
              <a:defRPr sz="1422" b="1"/>
            </a:lvl5pPr>
            <a:lvl6pPr marL="2031568" indent="0">
              <a:buNone/>
              <a:defRPr sz="1422" b="1"/>
            </a:lvl6pPr>
            <a:lvl7pPr marL="2437882" indent="0">
              <a:buNone/>
              <a:defRPr sz="1422" b="1"/>
            </a:lvl7pPr>
            <a:lvl8pPr marL="2844195" indent="0">
              <a:buNone/>
              <a:defRPr sz="1422" b="1"/>
            </a:lvl8pPr>
            <a:lvl9pPr marL="3250509" indent="0">
              <a:buNone/>
              <a:defRPr sz="142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898" y="2226153"/>
            <a:ext cx="5158459" cy="3274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3004" y="1493978"/>
            <a:ext cx="5183863" cy="732176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14" indent="0">
              <a:buNone/>
              <a:defRPr sz="1777" b="1"/>
            </a:lvl2pPr>
            <a:lvl3pPr marL="812627" indent="0">
              <a:buNone/>
              <a:defRPr sz="1600" b="1"/>
            </a:lvl3pPr>
            <a:lvl4pPr marL="1218941" indent="0">
              <a:buNone/>
              <a:defRPr sz="1422" b="1"/>
            </a:lvl4pPr>
            <a:lvl5pPr marL="1625255" indent="0">
              <a:buNone/>
              <a:defRPr sz="1422" b="1"/>
            </a:lvl5pPr>
            <a:lvl6pPr marL="2031568" indent="0">
              <a:buNone/>
              <a:defRPr sz="1422" b="1"/>
            </a:lvl6pPr>
            <a:lvl7pPr marL="2437882" indent="0">
              <a:buNone/>
              <a:defRPr sz="1422" b="1"/>
            </a:lvl7pPr>
            <a:lvl8pPr marL="2844195" indent="0">
              <a:buNone/>
              <a:defRPr sz="1422" b="1"/>
            </a:lvl8pPr>
            <a:lvl9pPr marL="3250509" indent="0">
              <a:buNone/>
              <a:defRPr sz="142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3004" y="2226153"/>
            <a:ext cx="5183863" cy="3274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897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4141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3459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8" y="406294"/>
            <a:ext cx="3932749" cy="1422030"/>
          </a:xfrm>
        </p:spPr>
        <p:txBody>
          <a:bodyPr anchor="b"/>
          <a:lstStyle>
            <a:lvl1pPr>
              <a:defRPr sz="284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863" y="877483"/>
            <a:ext cx="6173004" cy="4330983"/>
          </a:xfrm>
        </p:spPr>
        <p:txBody>
          <a:bodyPr/>
          <a:lstStyle>
            <a:lvl1pPr>
              <a:defRPr sz="2844"/>
            </a:lvl1pPr>
            <a:lvl2pPr>
              <a:defRPr sz="2488"/>
            </a:lvl2pPr>
            <a:lvl3pPr>
              <a:defRPr sz="2133"/>
            </a:lvl3pPr>
            <a:lvl4pPr>
              <a:defRPr sz="1777"/>
            </a:lvl4pPr>
            <a:lvl5pPr>
              <a:defRPr sz="1777"/>
            </a:lvl5pPr>
            <a:lvl6pPr>
              <a:defRPr sz="1777"/>
            </a:lvl6pPr>
            <a:lvl7pPr>
              <a:defRPr sz="1777"/>
            </a:lvl7pPr>
            <a:lvl8pPr>
              <a:defRPr sz="1777"/>
            </a:lvl8pPr>
            <a:lvl9pPr>
              <a:defRPr sz="17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8" y="1828324"/>
            <a:ext cx="3932749" cy="3387196"/>
          </a:xfrm>
        </p:spPr>
        <p:txBody>
          <a:bodyPr/>
          <a:lstStyle>
            <a:lvl1pPr marL="0" indent="0">
              <a:buNone/>
              <a:defRPr sz="1422"/>
            </a:lvl1pPr>
            <a:lvl2pPr marL="406314" indent="0">
              <a:buNone/>
              <a:defRPr sz="1244"/>
            </a:lvl2pPr>
            <a:lvl3pPr marL="812627" indent="0">
              <a:buNone/>
              <a:defRPr sz="1066"/>
            </a:lvl3pPr>
            <a:lvl4pPr marL="1218941" indent="0">
              <a:buNone/>
              <a:defRPr sz="889"/>
            </a:lvl4pPr>
            <a:lvl5pPr marL="1625255" indent="0">
              <a:buNone/>
              <a:defRPr sz="889"/>
            </a:lvl5pPr>
            <a:lvl6pPr marL="2031568" indent="0">
              <a:buNone/>
              <a:defRPr sz="889"/>
            </a:lvl6pPr>
            <a:lvl7pPr marL="2437882" indent="0">
              <a:buNone/>
              <a:defRPr sz="889"/>
            </a:lvl7pPr>
            <a:lvl8pPr marL="2844195" indent="0">
              <a:buNone/>
              <a:defRPr sz="889"/>
            </a:lvl8pPr>
            <a:lvl9pPr marL="3250509" indent="0">
              <a:buNone/>
              <a:defRPr sz="88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4669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8" y="406294"/>
            <a:ext cx="3932749" cy="1422030"/>
          </a:xfrm>
        </p:spPr>
        <p:txBody>
          <a:bodyPr anchor="b"/>
          <a:lstStyle>
            <a:lvl1pPr>
              <a:defRPr sz="284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863" y="877483"/>
            <a:ext cx="6173004" cy="4330983"/>
          </a:xfrm>
        </p:spPr>
        <p:txBody>
          <a:bodyPr anchor="t"/>
          <a:lstStyle>
            <a:lvl1pPr marL="0" indent="0">
              <a:buNone/>
              <a:defRPr sz="2844"/>
            </a:lvl1pPr>
            <a:lvl2pPr marL="406314" indent="0">
              <a:buNone/>
              <a:defRPr sz="2488"/>
            </a:lvl2pPr>
            <a:lvl3pPr marL="812627" indent="0">
              <a:buNone/>
              <a:defRPr sz="2133"/>
            </a:lvl3pPr>
            <a:lvl4pPr marL="1218941" indent="0">
              <a:buNone/>
              <a:defRPr sz="1777"/>
            </a:lvl4pPr>
            <a:lvl5pPr marL="1625255" indent="0">
              <a:buNone/>
              <a:defRPr sz="1777"/>
            </a:lvl5pPr>
            <a:lvl6pPr marL="2031568" indent="0">
              <a:buNone/>
              <a:defRPr sz="1777"/>
            </a:lvl6pPr>
            <a:lvl7pPr marL="2437882" indent="0">
              <a:buNone/>
              <a:defRPr sz="1777"/>
            </a:lvl7pPr>
            <a:lvl8pPr marL="2844195" indent="0">
              <a:buNone/>
              <a:defRPr sz="1777"/>
            </a:lvl8pPr>
            <a:lvl9pPr marL="3250509" indent="0">
              <a:buNone/>
              <a:defRPr sz="177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8" y="1828324"/>
            <a:ext cx="3932749" cy="3387196"/>
          </a:xfrm>
        </p:spPr>
        <p:txBody>
          <a:bodyPr/>
          <a:lstStyle>
            <a:lvl1pPr marL="0" indent="0">
              <a:buNone/>
              <a:defRPr sz="1422"/>
            </a:lvl1pPr>
            <a:lvl2pPr marL="406314" indent="0">
              <a:buNone/>
              <a:defRPr sz="1244"/>
            </a:lvl2pPr>
            <a:lvl3pPr marL="812627" indent="0">
              <a:buNone/>
              <a:defRPr sz="1066"/>
            </a:lvl3pPr>
            <a:lvl4pPr marL="1218941" indent="0">
              <a:buNone/>
              <a:defRPr sz="889"/>
            </a:lvl4pPr>
            <a:lvl5pPr marL="1625255" indent="0">
              <a:buNone/>
              <a:defRPr sz="889"/>
            </a:lvl5pPr>
            <a:lvl6pPr marL="2031568" indent="0">
              <a:buNone/>
              <a:defRPr sz="889"/>
            </a:lvl6pPr>
            <a:lvl7pPr marL="2437882" indent="0">
              <a:buNone/>
              <a:defRPr sz="889"/>
            </a:lvl7pPr>
            <a:lvl8pPr marL="2844195" indent="0">
              <a:buNone/>
              <a:defRPr sz="889"/>
            </a:lvl8pPr>
            <a:lvl9pPr marL="3250509" indent="0">
              <a:buNone/>
              <a:defRPr sz="889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381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0769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6037" y="324471"/>
            <a:ext cx="2629242" cy="516473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309" y="324471"/>
            <a:ext cx="7735307" cy="516473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6666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309" y="324472"/>
            <a:ext cx="10516970" cy="11779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309" y="1622355"/>
            <a:ext cx="10516970" cy="3866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309" y="5648618"/>
            <a:ext cx="2743557" cy="3244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91D25D-9672-1046-9F68-22A5AFD0674C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9126" y="5648618"/>
            <a:ext cx="4115336" cy="3244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1722" y="5648618"/>
            <a:ext cx="2743557" cy="3244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6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69E26D-813D-944A-8920-339198D3FD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0690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12627" rtl="0" eaLnBrk="1" latinLnBrk="0" hangingPunct="1">
        <a:lnSpc>
          <a:spcPct val="90000"/>
        </a:lnSpc>
        <a:spcBef>
          <a:spcPct val="0"/>
        </a:spcBef>
        <a:buNone/>
        <a:defRPr kumimoji="1" sz="39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3157" indent="-203157" algn="l" defTabSz="812627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kumimoji="1" sz="2488" kern="1200">
          <a:solidFill>
            <a:schemeClr val="tx1"/>
          </a:solidFill>
          <a:latin typeface="+mn-lt"/>
          <a:ea typeface="+mn-ea"/>
          <a:cs typeface="+mn-cs"/>
        </a:defRPr>
      </a:lvl1pPr>
      <a:lvl2pPr marL="609470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2133" kern="1200">
          <a:solidFill>
            <a:schemeClr val="tx1"/>
          </a:solidFill>
          <a:latin typeface="+mn-lt"/>
          <a:ea typeface="+mn-ea"/>
          <a:cs typeface="+mn-cs"/>
        </a:defRPr>
      </a:lvl2pPr>
      <a:lvl3pPr marL="1015784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777" kern="1200">
          <a:solidFill>
            <a:schemeClr val="tx1"/>
          </a:solidFill>
          <a:latin typeface="+mn-lt"/>
          <a:ea typeface="+mn-ea"/>
          <a:cs typeface="+mn-cs"/>
        </a:defRPr>
      </a:lvl3pPr>
      <a:lvl4pPr marL="1422098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11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34725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641039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047352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453666" indent="-203157" algn="l" defTabSz="812627" rtl="0" eaLnBrk="1" latinLnBrk="0" hangingPunct="1">
        <a:lnSpc>
          <a:spcPct val="90000"/>
        </a:lnSpc>
        <a:spcBef>
          <a:spcPts val="444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14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627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41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255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568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7882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195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509" algn="l" defTabSz="812627" rtl="0" eaLnBrk="1" latinLnBrk="0" hangingPunct="1"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7D435AB-CE49-37F9-6090-B6B09A66114E}"/>
              </a:ext>
            </a:extLst>
          </p:cNvPr>
          <p:cNvGrpSpPr/>
          <p:nvPr/>
        </p:nvGrpSpPr>
        <p:grpSpPr>
          <a:xfrm>
            <a:off x="-635618" y="-713675"/>
            <a:ext cx="13546619" cy="6540459"/>
            <a:chOff x="-635618" y="-713675"/>
            <a:chExt cx="13546619" cy="6540459"/>
          </a:xfrm>
        </p:grpSpPr>
        <p:grpSp>
          <p:nvGrpSpPr>
            <p:cNvPr id="18" name="グループ化 17">
              <a:extLst>
                <a:ext uri="{FF2B5EF4-FFF2-40B4-BE49-F238E27FC236}">
                  <a16:creationId xmlns:a16="http://schemas.microsoft.com/office/drawing/2014/main" id="{EFD000FD-15ED-E507-5F55-4D58B138FD01}"/>
                </a:ext>
              </a:extLst>
            </p:cNvPr>
            <p:cNvGrpSpPr/>
            <p:nvPr/>
          </p:nvGrpSpPr>
          <p:grpSpPr>
            <a:xfrm>
              <a:off x="-635618" y="-713675"/>
              <a:ext cx="13546619" cy="5274524"/>
              <a:chOff x="-457201" y="-189570"/>
              <a:chExt cx="11228592" cy="4371975"/>
            </a:xfrm>
          </p:grpSpPr>
          <p:pic>
            <p:nvPicPr>
              <p:cNvPr id="22" name="グラフィックス 21">
                <a:extLst>
                  <a:ext uri="{FF2B5EF4-FFF2-40B4-BE49-F238E27FC236}">
                    <a16:creationId xmlns:a16="http://schemas.microsoft.com/office/drawing/2014/main" id="{0EB33D66-1CE9-A989-09AA-AFBB6BA593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-457201" y="234176"/>
                <a:ext cx="6641167" cy="3735657"/>
              </a:xfrm>
              <a:prstGeom prst="rect">
                <a:avLst/>
              </a:prstGeom>
            </p:spPr>
          </p:pic>
          <p:pic>
            <p:nvPicPr>
              <p:cNvPr id="23" name="グラフィックス 22">
                <a:extLst>
                  <a:ext uri="{FF2B5EF4-FFF2-40B4-BE49-F238E27FC236}">
                    <a16:creationId xmlns:a16="http://schemas.microsoft.com/office/drawing/2014/main" id="{686878C0-9F03-1EC3-DDFB-D1E11ECA8A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998991" y="-189570"/>
                <a:ext cx="7772400" cy="4371975"/>
              </a:xfrm>
              <a:prstGeom prst="rect">
                <a:avLst/>
              </a:prstGeom>
            </p:spPr>
          </p:pic>
        </p:grpSp>
        <p:pic>
          <p:nvPicPr>
            <p:cNvPr id="19" name="グラフィックス 18">
              <a:extLst>
                <a:ext uri="{FF2B5EF4-FFF2-40B4-BE49-F238E27FC236}">
                  <a16:creationId xmlns:a16="http://schemas.microsoft.com/office/drawing/2014/main" id="{6FEBC0A0-5EEB-9A13-6856-1DBA2BE25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8022" y="2531327"/>
              <a:ext cx="3295457" cy="3295457"/>
            </a:xfrm>
            <a:prstGeom prst="rect">
              <a:avLst/>
            </a:prstGeom>
          </p:spPr>
        </p:pic>
        <p:pic>
          <p:nvPicPr>
            <p:cNvPr id="20" name="グラフィックス 19">
              <a:extLst>
                <a:ext uri="{FF2B5EF4-FFF2-40B4-BE49-F238E27FC236}">
                  <a16:creationId xmlns:a16="http://schemas.microsoft.com/office/drawing/2014/main" id="{8B31BB3E-6DF0-6574-4C74-B0031DDB88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03107" y="2531327"/>
              <a:ext cx="3295457" cy="3295457"/>
            </a:xfrm>
            <a:prstGeom prst="rect">
              <a:avLst/>
            </a:prstGeom>
          </p:spPr>
        </p:pic>
        <p:pic>
          <p:nvPicPr>
            <p:cNvPr id="21" name="グラフィックス 20">
              <a:extLst>
                <a:ext uri="{FF2B5EF4-FFF2-40B4-BE49-F238E27FC236}">
                  <a16:creationId xmlns:a16="http://schemas.microsoft.com/office/drawing/2014/main" id="{C4537671-4299-CDB6-018A-707431F4F7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188449" y="2531326"/>
              <a:ext cx="3295458" cy="32954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71478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87E7B-0FAD-BF2C-9486-770E8E1AA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5280CE3F-2CBB-2A02-A839-CFDB4CA82E41}"/>
              </a:ext>
            </a:extLst>
          </p:cNvPr>
          <p:cNvGrpSpPr/>
          <p:nvPr/>
        </p:nvGrpSpPr>
        <p:grpSpPr>
          <a:xfrm>
            <a:off x="-635618" y="-713675"/>
            <a:ext cx="13546619" cy="6540459"/>
            <a:chOff x="-635618" y="-713675"/>
            <a:chExt cx="13546619" cy="6540459"/>
          </a:xfrm>
        </p:grpSpPr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08AB4E63-98FE-EEEE-C54E-7AD133A6A87C}"/>
                </a:ext>
              </a:extLst>
            </p:cNvPr>
            <p:cNvGrpSpPr/>
            <p:nvPr/>
          </p:nvGrpSpPr>
          <p:grpSpPr>
            <a:xfrm>
              <a:off x="-635618" y="-713675"/>
              <a:ext cx="13546619" cy="5274524"/>
              <a:chOff x="-457201" y="-189570"/>
              <a:chExt cx="11228592" cy="4371975"/>
            </a:xfrm>
          </p:grpSpPr>
          <p:pic>
            <p:nvPicPr>
              <p:cNvPr id="27" name="グラフィックス 26">
                <a:extLst>
                  <a:ext uri="{FF2B5EF4-FFF2-40B4-BE49-F238E27FC236}">
                    <a16:creationId xmlns:a16="http://schemas.microsoft.com/office/drawing/2014/main" id="{6C5C29E1-233F-F50F-2192-7C297A48F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57201" y="234176"/>
                <a:ext cx="6641167" cy="3735657"/>
              </a:xfrm>
              <a:prstGeom prst="rect">
                <a:avLst/>
              </a:prstGeom>
            </p:spPr>
          </p:pic>
          <p:pic>
            <p:nvPicPr>
              <p:cNvPr id="28" name="グラフィックス 27">
                <a:extLst>
                  <a:ext uri="{FF2B5EF4-FFF2-40B4-BE49-F238E27FC236}">
                    <a16:creationId xmlns:a16="http://schemas.microsoft.com/office/drawing/2014/main" id="{995C4558-4BAB-4355-A54B-E41E965299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998991" y="-189570"/>
                <a:ext cx="7772400" cy="4371975"/>
              </a:xfrm>
              <a:prstGeom prst="rect">
                <a:avLst/>
              </a:prstGeom>
            </p:spPr>
          </p:pic>
        </p:grpSp>
        <p:pic>
          <p:nvPicPr>
            <p:cNvPr id="24" name="グラフィックス 23">
              <a:extLst>
                <a:ext uri="{FF2B5EF4-FFF2-40B4-BE49-F238E27FC236}">
                  <a16:creationId xmlns:a16="http://schemas.microsoft.com/office/drawing/2014/main" id="{1020A7D8-C8C4-5ED0-907F-79F0948CCB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28022" y="2531327"/>
              <a:ext cx="3295457" cy="3295457"/>
            </a:xfrm>
            <a:prstGeom prst="rect">
              <a:avLst/>
            </a:prstGeom>
          </p:spPr>
        </p:pic>
        <p:pic>
          <p:nvPicPr>
            <p:cNvPr id="25" name="グラフィックス 24">
              <a:extLst>
                <a:ext uri="{FF2B5EF4-FFF2-40B4-BE49-F238E27FC236}">
                  <a16:creationId xmlns:a16="http://schemas.microsoft.com/office/drawing/2014/main" id="{44C337D7-5865-0835-CDB2-BCA59EE78A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103107" y="2531327"/>
              <a:ext cx="3295457" cy="3295457"/>
            </a:xfrm>
            <a:prstGeom prst="rect">
              <a:avLst/>
            </a:prstGeom>
          </p:spPr>
        </p:pic>
        <p:pic>
          <p:nvPicPr>
            <p:cNvPr id="26" name="グラフィックス 25">
              <a:extLst>
                <a:ext uri="{FF2B5EF4-FFF2-40B4-BE49-F238E27FC236}">
                  <a16:creationId xmlns:a16="http://schemas.microsoft.com/office/drawing/2014/main" id="{FBD87AF3-847D-F90E-527C-A0E1EB5CCB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88449" y="2531326"/>
              <a:ext cx="3295458" cy="32954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3446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</TotalTime>
  <Words>1</Words>
  <Application>Microsoft Macintosh PowerPoint</Application>
  <PresentationFormat>ユーザー設定</PresentationFormat>
  <Paragraphs>1</Paragraphs>
  <Slides>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游ゴシック</vt:lpstr>
      <vt:lpstr>Aptos</vt:lpstr>
      <vt:lpstr>Aptos Display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Toshiki Iga</dc:creator>
  <cp:lastModifiedBy>Toshiki Iga</cp:lastModifiedBy>
  <cp:revision>20</cp:revision>
  <dcterms:created xsi:type="dcterms:W3CDTF">2026-03-31T15:52:12Z</dcterms:created>
  <dcterms:modified xsi:type="dcterms:W3CDTF">2026-03-31T23:17:04Z</dcterms:modified>
</cp:coreProperties>
</file>