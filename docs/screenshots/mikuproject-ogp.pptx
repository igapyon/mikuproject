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2193588" cy="6094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4" d="100"/>
          <a:sy n="114" d="100"/>
        </p:scale>
        <p:origin x="17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35322-EB9C-4947-815B-864C51DCC34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2E336-B311-4947-89B3-858C49D96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28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2E336-B311-4947-89B3-858C49D9652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180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99" y="997396"/>
            <a:ext cx="9145191" cy="2121759"/>
          </a:xfrm>
        </p:spPr>
        <p:txBody>
          <a:bodyPr anchor="b"/>
          <a:lstStyle>
            <a:lvl1pPr algn="ctr">
              <a:defRPr sz="53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3200978"/>
            <a:ext cx="9145191" cy="1471405"/>
          </a:xfrm>
        </p:spPr>
        <p:txBody>
          <a:bodyPr/>
          <a:lstStyle>
            <a:lvl1pPr marL="0" indent="0" algn="ctr">
              <a:buNone/>
              <a:defRPr sz="2133"/>
            </a:lvl1pPr>
            <a:lvl2pPr marL="406314" indent="0" algn="ctr">
              <a:buNone/>
              <a:defRPr sz="1777"/>
            </a:lvl2pPr>
            <a:lvl3pPr marL="812627" indent="0" algn="ctr">
              <a:buNone/>
              <a:defRPr sz="1600"/>
            </a:lvl3pPr>
            <a:lvl4pPr marL="1218941" indent="0" algn="ctr">
              <a:buNone/>
              <a:defRPr sz="1422"/>
            </a:lvl4pPr>
            <a:lvl5pPr marL="1625255" indent="0" algn="ctr">
              <a:buNone/>
              <a:defRPr sz="1422"/>
            </a:lvl5pPr>
            <a:lvl6pPr marL="2031568" indent="0" algn="ctr">
              <a:buNone/>
              <a:defRPr sz="1422"/>
            </a:lvl6pPr>
            <a:lvl7pPr marL="2437882" indent="0" algn="ctr">
              <a:buNone/>
              <a:defRPr sz="1422"/>
            </a:lvl7pPr>
            <a:lvl8pPr marL="2844195" indent="0" algn="ctr">
              <a:buNone/>
              <a:defRPr sz="1422"/>
            </a:lvl8pPr>
            <a:lvl9pPr marL="3250509" indent="0" algn="ctr">
              <a:buNone/>
              <a:defRPr sz="1422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624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07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519372"/>
            <a:ext cx="10516970" cy="2535106"/>
          </a:xfrm>
        </p:spPr>
        <p:txBody>
          <a:bodyPr anchor="b"/>
          <a:lstStyle>
            <a:lvl1pPr>
              <a:defRPr sz="53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078461"/>
            <a:ext cx="10516970" cy="1333152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1pPr>
            <a:lvl2pPr marL="406314" indent="0">
              <a:buNone/>
              <a:defRPr sz="1777">
                <a:solidFill>
                  <a:schemeClr val="tx1">
                    <a:tint val="82000"/>
                  </a:schemeClr>
                </a:solidFill>
              </a:defRPr>
            </a:lvl2pPr>
            <a:lvl3pPr marL="812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218941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4pPr>
            <a:lvl5pPr marL="162525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5pPr>
            <a:lvl6pPr marL="2031568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6pPr>
            <a:lvl7pPr marL="2437882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7pPr>
            <a:lvl8pPr marL="284419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8pPr>
            <a:lvl9pPr marL="3250509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65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09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24472"/>
            <a:ext cx="10516970" cy="117797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493978"/>
            <a:ext cx="5158459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226153"/>
            <a:ext cx="5158459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493978"/>
            <a:ext cx="5183863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226153"/>
            <a:ext cx="5183863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9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14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4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877483"/>
            <a:ext cx="6173004" cy="4330983"/>
          </a:xfrm>
        </p:spPr>
        <p:txBody>
          <a:bodyPr/>
          <a:lstStyle>
            <a:lvl1pPr>
              <a:defRPr sz="2844"/>
            </a:lvl1pPr>
            <a:lvl2pPr>
              <a:defRPr sz="2488"/>
            </a:lvl2pPr>
            <a:lvl3pPr>
              <a:defRPr sz="2133"/>
            </a:lvl3pPr>
            <a:lvl4pPr>
              <a:defRPr sz="1777"/>
            </a:lvl4pPr>
            <a:lvl5pPr>
              <a:defRPr sz="1777"/>
            </a:lvl5pPr>
            <a:lvl6pPr>
              <a:defRPr sz="1777"/>
            </a:lvl6pPr>
            <a:lvl7pPr>
              <a:defRPr sz="1777"/>
            </a:lvl7pPr>
            <a:lvl8pPr>
              <a:defRPr sz="1777"/>
            </a:lvl8pPr>
            <a:lvl9pPr>
              <a:defRPr sz="17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66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877483"/>
            <a:ext cx="6173004" cy="4330983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314" indent="0">
              <a:buNone/>
              <a:defRPr sz="2488"/>
            </a:lvl2pPr>
            <a:lvl3pPr marL="812627" indent="0">
              <a:buNone/>
              <a:defRPr sz="2133"/>
            </a:lvl3pPr>
            <a:lvl4pPr marL="1218941" indent="0">
              <a:buNone/>
              <a:defRPr sz="1777"/>
            </a:lvl4pPr>
            <a:lvl5pPr marL="1625255" indent="0">
              <a:buNone/>
              <a:defRPr sz="1777"/>
            </a:lvl5pPr>
            <a:lvl6pPr marL="2031568" indent="0">
              <a:buNone/>
              <a:defRPr sz="1777"/>
            </a:lvl6pPr>
            <a:lvl7pPr marL="2437882" indent="0">
              <a:buNone/>
              <a:defRPr sz="1777"/>
            </a:lvl7pPr>
            <a:lvl8pPr marL="2844195" indent="0">
              <a:buNone/>
              <a:defRPr sz="1777"/>
            </a:lvl8pPr>
            <a:lvl9pPr marL="3250509" indent="0">
              <a:buNone/>
              <a:defRPr sz="177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8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76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24471"/>
            <a:ext cx="2629242" cy="51647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24471"/>
            <a:ext cx="7735307" cy="51647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66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24472"/>
            <a:ext cx="10516970" cy="1177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622355"/>
            <a:ext cx="10516970" cy="386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5648618"/>
            <a:ext cx="4115336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69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627" rtl="0" eaLnBrk="1" latinLnBrk="0" hangingPunct="1">
        <a:lnSpc>
          <a:spcPct val="90000"/>
        </a:lnSpc>
        <a:spcBef>
          <a:spcPct val="0"/>
        </a:spcBef>
        <a:buNone/>
        <a:defRPr kumimoji="1" sz="3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157" indent="-203157" algn="l" defTabSz="812627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2488" kern="1200">
          <a:solidFill>
            <a:schemeClr val="tx1"/>
          </a:solidFill>
          <a:latin typeface="+mn-lt"/>
          <a:ea typeface="+mn-ea"/>
          <a:cs typeface="+mn-cs"/>
        </a:defRPr>
      </a:lvl1pPr>
      <a:lvl2pPr marL="609470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5784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777" kern="1200">
          <a:solidFill>
            <a:schemeClr val="tx1"/>
          </a:solidFill>
          <a:latin typeface="+mn-lt"/>
          <a:ea typeface="+mn-ea"/>
          <a:cs typeface="+mn-cs"/>
        </a:defRPr>
      </a:lvl3pPr>
      <a:lvl4pPr marL="1422098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11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4725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039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7352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3666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14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627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41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25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568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7882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19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509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F491E29C-F059-D328-1755-AC64B82C0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3" y="2439850"/>
            <a:ext cx="4239946" cy="3288543"/>
          </a:xfrm>
          <a:prstGeom prst="rect">
            <a:avLst/>
          </a:prstGeom>
        </p:spPr>
      </p:pic>
      <p:pic>
        <p:nvPicPr>
          <p:cNvPr id="21" name="グラフィックス 20">
            <a:extLst>
              <a:ext uri="{FF2B5EF4-FFF2-40B4-BE49-F238E27FC236}">
                <a16:creationId xmlns:a16="http://schemas.microsoft.com/office/drawing/2014/main" id="{EED4F83B-11EC-8CB0-7124-F9B7623DD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1317" y="1700731"/>
            <a:ext cx="6488869" cy="426229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28E05D9-D410-8903-8F48-CCBEA1FE4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0671" y="2736528"/>
            <a:ext cx="4079019" cy="403613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AE53139-ED03-71EA-75A6-8288295C39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7186" y="520420"/>
            <a:ext cx="4210169" cy="2097850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E7B811C-65AA-F391-395A-47B45F77FE56}"/>
              </a:ext>
            </a:extLst>
          </p:cNvPr>
          <p:cNvSpPr txBox="1"/>
          <p:nvPr/>
        </p:nvSpPr>
        <p:spPr>
          <a:xfrm>
            <a:off x="709990" y="623513"/>
            <a:ext cx="49696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400" dirty="0" err="1">
                <a:latin typeface="Lucida Grande" panose="020B0600040502020204" pitchFamily="34" charset="0"/>
                <a:cs typeface="Lucida Grande" panose="020B0600040502020204" pitchFamily="34" charset="0"/>
              </a:rPr>
              <a:t>mikuproject</a:t>
            </a:r>
            <a:endParaRPr kumimoji="1" lang="ja-JP" altLang="en-US" sz="6400">
              <a:latin typeface="Lucida Grande" panose="020B0600040502020204" pitchFamily="34" charset="0"/>
              <a:cs typeface="Lucida Grande" panose="020B0600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103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2</Words>
  <Application>Microsoft Macintosh PowerPoint</Application>
  <PresentationFormat>ユーザー設定</PresentationFormat>
  <Paragraphs>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Aptos</vt:lpstr>
      <vt:lpstr>Aptos Display</vt:lpstr>
      <vt:lpstr>Arial</vt:lpstr>
      <vt:lpstr>Lucida Grande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Toshiki Iga</dc:creator>
  <cp:lastModifiedBy>Toshiki Iga</cp:lastModifiedBy>
  <cp:revision>10</cp:revision>
  <dcterms:created xsi:type="dcterms:W3CDTF">2026-03-31T15:52:12Z</dcterms:created>
  <dcterms:modified xsi:type="dcterms:W3CDTF">2026-03-31T16:47:48Z</dcterms:modified>
</cp:coreProperties>
</file>